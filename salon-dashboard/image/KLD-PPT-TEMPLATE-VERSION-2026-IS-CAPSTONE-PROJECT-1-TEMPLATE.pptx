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64" r:id="rId4"/>
    <p:sldId id="282" r:id="rId5"/>
    <p:sldId id="283" r:id="rId6"/>
    <p:sldId id="284" r:id="rId7"/>
    <p:sldId id="285" r:id="rId8"/>
    <p:sldId id="286" r:id="rId9"/>
    <p:sldId id="291" r:id="rId10"/>
    <p:sldId id="287" r:id="rId11"/>
    <p:sldId id="288" r:id="rId12"/>
    <p:sldId id="289" r:id="rId13"/>
    <p:sldId id="290" r:id="rId14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724" autoAdjust="0"/>
  </p:normalViewPr>
  <p:slideViewPr>
    <p:cSldViewPr snapToGrid="0">
      <p:cViewPr varScale="1">
        <p:scale>
          <a:sx n="57" d="100"/>
          <a:sy n="57" d="100"/>
        </p:scale>
        <p:origin x="16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ley Adizas" userId="00fac6b1b451a92d" providerId="LiveId" clId="{3F409875-0EF0-409E-980F-CCDD9EFA1267}"/>
    <pc:docChg chg="modSld sldOrd">
      <pc:chgData name="ashley Adizas" userId="00fac6b1b451a92d" providerId="LiveId" clId="{3F409875-0EF0-409E-980F-CCDD9EFA1267}" dt="2026-04-20T00:40:36.498" v="3"/>
      <pc:docMkLst>
        <pc:docMk/>
      </pc:docMkLst>
      <pc:sldChg chg="ord">
        <pc:chgData name="ashley Adizas" userId="00fac6b1b451a92d" providerId="LiveId" clId="{3F409875-0EF0-409E-980F-CCDD9EFA1267}" dt="2026-04-20T00:40:36.498" v="3"/>
        <pc:sldMkLst>
          <pc:docMk/>
          <pc:sldMk cId="2843674878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43231-83D2-4309-8E8B-0FF6556FE683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564E1-D9DD-42FE-B8B7-BB942964927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90027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47857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2984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7DCED-0215-CAD3-8577-5294A358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1C57C-9C2B-3817-5577-9D25904D1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36E2D-E7FF-DF72-8E52-2EE8015C6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020C2-AB26-79B3-54ED-69C144847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3151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9CD30-DDD2-6BFA-AE1D-BB70BD21F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2BEC1-D770-AF7A-DC85-5EBF03523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074DA-D574-215F-9582-F0E5FAB10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E42E8-59B3-3B04-7C62-ABB7D197A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6054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0713-3175-24CA-B43E-8E236443C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5BD55-70F3-0C5E-E669-B02499C25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6AED6-2C45-F508-FF12-9877C221C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D92FA-F2A6-703F-14D0-05D459900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8079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DB98E-44F3-7592-6440-25140ECD1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E06FC-F787-AFF5-2F4C-E6CDC4D41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B1008-355F-6FC7-036E-2A6224F40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94CEC-CE2B-6DA6-B2E4-DA7D5A800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4975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AA452-CDE4-7D4E-AD3D-AD7E1B79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CEECC-C623-F0C5-5B6C-C0B0328D8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A8D7D-5A9A-D3F8-DE8E-2DF8FB91E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1C1C5-9A4F-E8ED-A97C-86EA5A647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7585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C577-79B8-3DB9-9763-E159FB25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E7624-3D73-20BD-4788-968522098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04587-379B-FC31-789C-CE7972CD7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C50AF-3F95-D73C-DF4B-923011CAF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27716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04FC9-182C-F8C3-B427-2ECAD588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87A20-74B3-3AAF-6CCE-C5103BBBD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70659-1BAE-70C9-D9DA-06BB2AF89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038C4-5903-BEBC-78F4-5DF3AE5B7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05654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3F7A-C079-261D-AC99-C8BF7669B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0185E-234E-7497-5704-F64887BFF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49F24-0CF8-BE96-7591-968BBB798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B3DE-CE81-2CBF-0706-DD92FF979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16713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FADF4-14B0-970D-7F3C-DF9E3128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7FAAF-CAA0-CC18-8D1D-DA6FE47AC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3ED85-7826-F549-BDF3-98D7D6FE0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2B7C3-814F-A168-22D5-FADFDE05B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5949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C02B-CB60-40C8-57F6-FE8E3B65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CA3CD-067E-020C-FB90-8A12FE6B2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659BB-D732-5BE1-F81C-93095858D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1D631-B01F-D4C8-29F3-8D7765645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564E1-D9DD-42FE-B8B7-BB9429649272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3997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5C23-6866-2715-0FBE-41E107602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FA335-0634-78EA-5DD6-8C8148941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A9C99-8B37-8CE7-D1D0-60D81FDA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59159-49A9-8C60-EFFC-88F94845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B9FF1-0104-0668-26A9-E41F39CA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058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BBCBF-74FC-5C5E-3712-23335278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987E1-A0B5-0379-BEC0-DA7028524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F32B0-9B8F-B640-8CCA-3B7AA31F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D2BF2-DB5B-8FA3-27C1-808102BF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24762-4F03-15C9-29C3-E1E083A3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1662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0FF5D-A370-59E8-FD71-1CAB3B869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3AF9E-2348-8053-905B-6363D896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641A0-E9B5-235E-9A3C-6CB0D11F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40426-DC35-D8A7-76A2-0780B7AD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CBF6D-1040-7C57-B35B-F2BA38C3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23748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90C2-726E-45FA-860D-5927B946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32902-5868-6681-003C-D354DF03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34779-A0B2-6B80-F790-40CD8385E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2BE31-C506-D2D5-67BF-9018034B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A00A1-5A8A-3143-D4A8-582140C9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91ADC-74BF-D5D0-4987-FAFBFB5B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3889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AB2C-CBE2-C051-1EB8-18AC4751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5884C-B676-D861-6FD7-2AD04D8D1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97210-F650-0164-D683-30DE70EEC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45302-BA83-4AB8-1FD1-CC5E0F26F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8C0CFF-1923-09E7-8D9E-7C1D8D3A0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509B5-BA95-DFFA-603E-996ACE7D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2D8A7-AB15-BC94-2E61-5C4B1EDB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9E8BE-0200-C204-DE87-087D2C4C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6291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00FD-7717-F314-ADAD-079EC2A1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4007D-1DDD-CD4F-4BD5-B7352CCD6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3C856-E7E4-E16B-1BF1-CD66ED36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BFFE7-644A-4880-F05D-590DD78C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293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91113-3021-0E69-E9CE-C7C3F6B6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3440B-B8D2-0C76-FBF5-85283487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CCA46-3F99-726B-B49B-D5F82345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6147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32A9-48E7-055E-027F-643938BD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8F3E5-42DF-0EDB-B1EE-F78C16045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C8D34-7A26-187B-3830-E6ADB567B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EB0C2-7E5F-3541-E8CF-983EE946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16312-69C1-DCB4-956D-34D442B06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D684E-17F2-C701-63BE-C3DD2A61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4240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864A5-25E7-4695-B4FB-BE914998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EFB97-829C-B69E-A3AB-AF6850A0D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5BD18-9C1A-2F34-474A-26061A5EE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7352B-4103-F39B-43CB-F2914F39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5293C-7558-3975-39D0-2163BA57D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18554-2660-CA82-EF0A-3A58E9DD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601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8385-89F8-CBC4-8EAC-FD78720F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229AC-9794-74E2-1AE8-FF3AA600F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AA40D-A230-8372-D386-BC7B4DF1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672D2-1D70-7EA1-92EE-E5C0CC5A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DF9F9-4DB2-2E74-9654-B2A556DF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6758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31099-60CA-9B82-E493-98DD3ED3C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66A50-B5EB-C76D-903A-B8DF818F5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E8986-C7B3-7F0A-F1A4-84518326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3CD2A-E6D7-D8BE-39F9-79DAB17A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23B57-AEAD-9E5E-4178-214A1E55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473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C63C3-628F-E6DD-E5B9-FB10235D0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F275-BABF-FEF5-4917-C81C7340C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E0B7B-4F97-3797-9DB4-CDD5C6010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48F37-6D96-4A03-96DA-8B80396EA334}" type="datetimeFigureOut">
              <a:rPr lang="en-PH" smtClean="0"/>
              <a:t>20/04/2026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0E4CA-712F-5E34-4A40-566CC13E0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0EAE5-08D4-0473-7635-BC3CE8CB5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20AB0-F5E5-49DB-90BF-AF8802CD279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507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F4AD-D387-1901-D864-D7D01295A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1200"/>
            <a:ext cx="9144000" cy="2798763"/>
          </a:xfrm>
        </p:spPr>
        <p:txBody>
          <a:bodyPr>
            <a:normAutofit/>
          </a:bodyPr>
          <a:lstStyle/>
          <a:p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TITLE</a:t>
            </a:r>
            <a:endParaRPr lang="en-PH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0C76B5A-D44C-9B21-63F2-591AC79C08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H" dirty="0"/>
              <a:t>AUTHORS</a:t>
            </a:r>
          </a:p>
          <a:p>
            <a:r>
              <a:rPr lang="en-PH" dirty="0"/>
              <a:t>COURSE &amp; SECTION</a:t>
            </a:r>
          </a:p>
        </p:txBody>
      </p:sp>
    </p:spTree>
    <p:extLst>
      <p:ext uri="{BB962C8B-B14F-4D97-AF65-F5344CB8AC3E}">
        <p14:creationId xmlns:p14="http://schemas.microsoft.com/office/powerpoint/2010/main" val="252953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48C95-1953-906E-795F-7673AB30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9BF90F-5ED9-0733-6AF8-59A98C93E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INTRODUCTION</a:t>
            </a:r>
            <a:endParaRPr lang="en-PH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866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1E12A-443B-7E0A-4ACC-AA0A21E2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CONTEXT</a:t>
            </a:r>
            <a:endParaRPr lang="en-PH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432E4-39C2-4B82-5FED-85962497C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65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5B905-7FD4-3CC4-1F7B-84609F65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FE77-6325-2E0E-3E5C-210703C0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PURPOSE AND DESCRIPTION</a:t>
            </a:r>
            <a:endParaRPr lang="en-PH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9400E-7133-F30A-7140-4ACFD35AB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95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94B5-F870-4B9C-D2C0-0EAA63E8D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600B-F74C-710E-E084-8E5574F2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OBJECTIVES OF THE STUDY</a:t>
            </a:r>
            <a:endParaRPr lang="en-PH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64FE-FE55-69E4-13B8-EBB61EFD6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41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3E63F-07CC-1603-6458-346C5935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FE93-F2FF-53D2-D4AC-103E544A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CONCEPTUAL FRAMEWORK</a:t>
            </a:r>
            <a:endParaRPr lang="en-PH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27F2-5D70-D48E-8949-4E6F5098D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18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79E1-3DAE-156C-95BC-B704018C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0204-9703-65C8-D2D2-259B185F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SCOPE AND LIMITATIONS</a:t>
            </a:r>
            <a:endParaRPr lang="en-PH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51C97-C79D-F9D9-694D-5D554D985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52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9AD95-DBE1-5739-6B11-5C1E3B43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37FA-A416-E53D-4485-87DA7B07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SYNTHESIS</a:t>
            </a:r>
            <a:endParaRPr lang="en-PH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4D86-44C6-EB00-B76B-19FC7C950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67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8DEF-DB68-6496-250A-87049586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9612FB-1E6D-C040-2B88-5C4A363151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REVIEW OF RELATED LITERATURE</a:t>
            </a:r>
            <a:endParaRPr lang="en-PH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8B7F-8254-D4F1-B9CF-FF81557DE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D796EC-0151-210F-DFF8-31295D9D8C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METHODOLOGY</a:t>
            </a:r>
            <a:endParaRPr lang="en-PH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603FD-A2A6-D616-655F-2E3A9024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0816-BF25-EE7A-D858-502439C0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RESEARCH APPROACH</a:t>
            </a:r>
            <a:endParaRPr lang="en-PH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62764-49F6-73EF-EB08-7149705A3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67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E52C2-E4CB-3652-8218-256D862B2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CA6D-FC77-B38C-4F52-759EE1BC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 ANALYSIS</a:t>
            </a:r>
            <a:endParaRPr lang="en-PH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55F3A-2849-AD1E-4DA0-D26D4B874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45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7F8E5-74E6-6EAA-BC1B-2381FEF6F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9085-2902-4387-DB5D-9453572A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SYSTEMS REQUIREMENTS</a:t>
            </a:r>
            <a:endParaRPr lang="en-PH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F1E2-F7D6-5AE4-92E3-FB43411CA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6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sz="3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24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45</Words>
  <Application>Microsoft Office PowerPoint</Application>
  <PresentationFormat>Widescreen</PresentationFormat>
  <Paragraphs>27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Open Sans</vt:lpstr>
      <vt:lpstr>Office Theme</vt:lpstr>
      <vt:lpstr>TITLE</vt:lpstr>
      <vt:lpstr>INTRODUCTION</vt:lpstr>
      <vt:lpstr>PROJECT CONTEXT</vt:lpstr>
      <vt:lpstr>PURPOSE AND DESCRIPTION</vt:lpstr>
      <vt:lpstr>OBJECTIVES OF THE STUDY</vt:lpstr>
      <vt:lpstr>CONCEPTUAL FRAMEWORK</vt:lpstr>
      <vt:lpstr>SCOPE AND LIMITATIONS</vt:lpstr>
      <vt:lpstr>PROJECT SYNTHESIS</vt:lpstr>
      <vt:lpstr>REVIEW OF RELATED LITERATURE</vt:lpstr>
      <vt:lpstr>METHODOLOGY</vt:lpstr>
      <vt:lpstr>RESEARCH APPROACH</vt:lpstr>
      <vt:lpstr>REQUIREMENT ANALYSIS</vt:lpstr>
      <vt:lpstr>SYSTEMS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JERBERT ABARGOS</dc:creator>
  <cp:lastModifiedBy>ashley Adizas</cp:lastModifiedBy>
  <cp:revision>12</cp:revision>
  <cp:lastPrinted>2025-10-10T06:36:34Z</cp:lastPrinted>
  <dcterms:created xsi:type="dcterms:W3CDTF">2025-09-18T03:02:14Z</dcterms:created>
  <dcterms:modified xsi:type="dcterms:W3CDTF">2026-04-20T00:40:43Z</dcterms:modified>
</cp:coreProperties>
</file>